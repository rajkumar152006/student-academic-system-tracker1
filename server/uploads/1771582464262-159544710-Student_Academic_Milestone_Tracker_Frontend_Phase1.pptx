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Academic Milestone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Frontend Development - Phase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 application to track student academic progress and milestones</a:t>
            </a:r>
          </a:p>
          <a:p>
            <a:pPr/>
            <a:r>
              <a:t>Provides separate login for students and admin</a:t>
            </a:r>
          </a:p>
          <a:p>
            <a:pPr/>
            <a:r>
              <a:t>Students can view their academic profile</a:t>
            </a:r>
          </a:p>
          <a:p>
            <a:pPr/>
            <a:r>
              <a:t>Admin can view and manage all student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Provide secure login interface for users</a:t>
            </a:r>
          </a:p>
          <a:p>
            <a:pPr/>
            <a:r>
              <a:t>Design student dashboard to display profile details</a:t>
            </a:r>
          </a:p>
          <a:p>
            <a:pPr/>
            <a:r>
              <a:t>Design admin dashboard to view all students</a:t>
            </a:r>
          </a:p>
          <a:p>
            <a:pPr/>
            <a:r>
              <a:t>Allow admin to edit student information</a:t>
            </a:r>
          </a:p>
          <a:p>
            <a:pPr/>
            <a:r>
              <a:t>Ensure clean and user-friendly UI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HTML for page structure</a:t>
            </a:r>
          </a:p>
          <a:p>
            <a:pPr/>
            <a:r>
              <a:t>CSS for styling and layout</a:t>
            </a:r>
          </a:p>
          <a:p>
            <a:pPr/>
            <a:r>
              <a:t>JavaScript for functionality</a:t>
            </a:r>
          </a:p>
          <a:p>
            <a:pPr/>
            <a:r>
              <a:t>Responsive design for mobile and desktop</a:t>
            </a:r>
          </a:p>
          <a:p>
            <a:pPr/>
            <a:r>
              <a:t>Component-based structure for scalability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opens the web application</a:t>
            </a:r>
          </a:p>
          <a:p>
            <a:pPr/>
            <a:r>
              <a:t>User selects Student or Admin login</a:t>
            </a:r>
          </a:p>
          <a:p>
            <a:pPr/>
            <a:r>
              <a:t>Login page authenticates user input</a:t>
            </a:r>
          </a:p>
          <a:p>
            <a:pPr/>
            <a:r>
              <a:t>Redirects to respective dashboard</a:t>
            </a:r>
          </a:p>
          <a:p>
            <a:pPr/>
            <a:r>
              <a:t>Dashboard displays profile or student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Module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Student login page</a:t>
            </a:r>
          </a:p>
          <a:p>
            <a:pPr/>
            <a:r>
              <a:t>Student dashboard UI</a:t>
            </a:r>
          </a:p>
          <a:p>
            <a:pPr/>
            <a:r>
              <a:t>Profile display page</a:t>
            </a:r>
          </a:p>
          <a:p>
            <a:pPr/>
            <a:r>
              <a:t>Academic information display</a:t>
            </a:r>
          </a:p>
          <a:p>
            <a:pPr/>
            <a:r>
              <a:t>Simple and easy navigation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Module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Admin login page</a:t>
            </a:r>
          </a:p>
          <a:p>
            <a:pPr/>
            <a:r>
              <a:t>Admin dashboard UI</a:t>
            </a:r>
          </a:p>
          <a:p>
            <a:pPr/>
            <a:r>
              <a:t>View all students interface</a:t>
            </a:r>
          </a:p>
          <a:p>
            <a:pPr/>
            <a:r>
              <a:t>Edit student information UI</a:t>
            </a:r>
          </a:p>
          <a:p>
            <a:pPr/>
            <a:r>
              <a:t>Manage academic milestone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Design and Wireframes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Login page with role selection</a:t>
            </a:r>
          </a:p>
          <a:p>
            <a:pPr/>
            <a:r>
              <a:t>Student dashboard layout design</a:t>
            </a:r>
          </a:p>
          <a:p>
            <a:pPr/>
            <a:r>
              <a:t>Admin dashboard layout design</a:t>
            </a:r>
          </a:p>
          <a:p>
            <a:pPr/>
            <a:r>
              <a:t>Profile page structure</a:t>
            </a:r>
          </a:p>
          <a:p>
            <a:pPr/>
            <a:r>
              <a:t>Clean and modern interface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Organized frontend files properly</a:t>
            </a:r>
          </a:p>
          <a:p>
            <a:pPr/>
            <a:r>
              <a:t>Separate folders for pages and components</a:t>
            </a:r>
          </a:p>
          <a:p>
            <a:pPr/>
            <a:r>
              <a:t>Assets folder for images and styles</a:t>
            </a:r>
          </a:p>
          <a:p>
            <a:pPr/>
            <a:r>
              <a:t>Main application entry file</a:t>
            </a:r>
          </a:p>
          <a:p>
            <a:pPr/>
            <a:r>
              <a:t>Scalable project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Setup and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GitHub repository created for frontend</a:t>
            </a:r>
          </a:p>
          <a:p>
            <a:pPr/>
            <a:r>
              <a:t>Project files uploaded</a:t>
            </a:r>
          </a:p>
          <a:p>
            <a:pPr/>
            <a:r>
              <a:t>.gitignore added</a:t>
            </a:r>
          </a:p>
          <a:p>
            <a:pPr/>
            <a:r>
              <a:t>README file created</a:t>
            </a:r>
          </a:p>
          <a:p>
            <a:pPr/>
            <a:r>
              <a:t>Version control maintained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 design successfully completed</a:t>
            </a:r>
          </a:p>
          <a:p>
            <a:pPr/>
            <a:r>
              <a:t>Login and dashboard UI prepared</a:t>
            </a:r>
          </a:p>
          <a:p>
            <a:pPr/>
            <a:r>
              <a:t>Project structure organized</a:t>
            </a:r>
          </a:p>
          <a:p>
            <a:pPr/>
            <a:r>
              <a:t>Ready for backend integration</a:t>
            </a:r>
          </a:p>
          <a:p>
            <a:pPr/>
            <a:r>
              <a:t>Foundation established for full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