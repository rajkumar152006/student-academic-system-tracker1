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Academic Milestone Tracker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&amp; System Design Overview</a:t>
            </a:r>
          </a:p>
          <a:p/>
          <a:p>
            <a:r>
              <a:t>Role-based academic tracking system</a:t>
            </a:r>
          </a:p>
          <a:p>
            <a:r>
              <a:t>Admin &amp; Student Login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Web-based application to track student academic progress</a:t>
            </a:r>
          </a:p>
          <a:p>
            <a:r>
              <a:t>Separate login for Admin and Students</a:t>
            </a:r>
          </a:p>
          <a:p>
            <a:r>
              <a:t>Ensures transparency and easy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 login system</a:t>
            </a:r>
          </a:p>
          <a:p>
            <a:r>
              <a:t>Student profile viewing</a:t>
            </a:r>
          </a:p>
          <a:p>
            <a:r>
              <a:t>Admin management dashboard</a:t>
            </a:r>
          </a:p>
          <a:p>
            <a:r>
              <a:t>Milestone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Admin:</a:t>
            </a:r>
          </a:p>
          <a:p>
            <a:r>
              <a:t>- Manage students</a:t>
            </a:r>
          </a:p>
          <a:p>
            <a:r>
              <a:t>- Edit academic data</a:t>
            </a:r>
          </a:p>
          <a:p/>
          <a:p>
            <a:r>
              <a:t>Student:</a:t>
            </a:r>
          </a:p>
          <a:p>
            <a:r>
              <a:t>- View profile</a:t>
            </a:r>
          </a:p>
          <a:p>
            <a:r>
              <a:t>- Track milestones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opens application</a:t>
            </a:r>
          </a:p>
          <a:p>
            <a:r>
              <a:t>Selects role (Admin/Student)</a:t>
            </a:r>
          </a:p>
          <a:p>
            <a:r>
              <a:t>Authentication</a:t>
            </a:r>
          </a:p>
          <a:p>
            <a:r>
              <a:t>Dashboard access</a:t>
            </a:r>
          </a:p>
          <a:p>
            <a:r>
              <a:t>Logout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login</a:t>
            </a:r>
          </a:p>
          <a:p>
            <a:r>
              <a:t>View academic profile</a:t>
            </a:r>
          </a:p>
          <a:p>
            <a:r>
              <a:t>View milestones</a:t>
            </a:r>
          </a:p>
          <a:p>
            <a:r>
              <a:t>Read-only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 login</a:t>
            </a:r>
          </a:p>
          <a:p>
            <a:r>
              <a:t>View all students</a:t>
            </a:r>
          </a:p>
          <a:p>
            <a:r>
              <a:t>Add/Edit student data</a:t>
            </a:r>
          </a:p>
          <a:p>
            <a:r>
              <a:t>Manage milestones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Entities:</a:t>
            </a:r>
          </a:p>
          <a:p>
            <a:r>
              <a:t>Admin</a:t>
            </a:r>
          </a:p>
          <a:p>
            <a:r>
              <a:t>Student</a:t>
            </a:r>
          </a:p>
          <a:p>
            <a:r>
              <a:t>Academic Milestone</a:t>
            </a:r>
          </a:p>
          <a:p/>
          <a:p>
            <a:r>
              <a:t>Relationships:</a:t>
            </a:r>
          </a:p>
          <a:p>
            <a:r>
              <a:t>Admin manages Students</a:t>
            </a:r>
          </a:p>
          <a:p>
            <a:r>
              <a:t>Student has Milestones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 – Structure</a:t>
            </a:r>
          </a:p>
          <a:p>
            <a:r>
              <a:t>CSS – Styling</a:t>
            </a:r>
          </a:p>
          <a:p>
            <a:r>
              <a:t>JavaScript – Functionality</a:t>
            </a:r>
          </a:p>
          <a:p>
            <a:r>
              <a:t>Responsive UI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Efficient academic tracking system</a:t>
            </a:r>
          </a:p>
          <a:p>
            <a:r>
              <a:t>Structured design</a:t>
            </a:r>
          </a:p>
          <a:p>
            <a:r>
              <a:t>Ready for backend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