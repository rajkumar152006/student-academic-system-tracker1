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Academic Milestone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ER Diagram &amp; System Flow Diagram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</a:t>
            </a:r>
          </a:p>
          <a:p>
            <a:r>
              <a:t>↓</a:t>
            </a:r>
          </a:p>
          <a:p>
            <a:r>
              <a:t>Login Page</a:t>
            </a:r>
          </a:p>
          <a:p>
            <a:r>
              <a:t>↓</a:t>
            </a:r>
          </a:p>
          <a:p>
            <a:r>
              <a:t>Select Role (Admin / Student)</a:t>
            </a:r>
          </a:p>
          <a:p>
            <a:r>
              <a:t>↓</a:t>
            </a:r>
          </a:p>
          <a:p>
            <a:r>
              <a:t>Authentication</a:t>
            </a:r>
          </a:p>
          <a:p>
            <a:r>
              <a:t>↓</a:t>
            </a:r>
          </a:p>
          <a:p>
            <a:r>
              <a:t>Student Dashboard → View Profile &amp; Milestones</a:t>
            </a:r>
          </a:p>
          <a:p>
            <a:r>
              <a:t>Admin Dashboard → Manage Students &amp; Milestones</a:t>
            </a:r>
          </a:p>
          <a:p>
            <a:r>
              <a:t>↓</a:t>
            </a:r>
          </a:p>
          <a:p>
            <a:r>
              <a:t>Logout</a:t>
            </a:r>
          </a:p>
          <a:p>
            <a:r>
              <a:t>↓</a:t>
            </a:r>
          </a:p>
          <a:p>
            <a:r>
              <a:t>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Relationship (ER)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 (Admin_ID, Name, Email, Password)</a:t>
            </a:r>
          </a:p>
          <a:p>
            <a:r>
              <a:t>        |</a:t>
            </a:r>
          </a:p>
          <a:p>
            <a:r>
              <a:t>     Manages</a:t>
            </a:r>
          </a:p>
          <a:p>
            <a:r>
              <a:t>        |</a:t>
            </a:r>
          </a:p>
          <a:p>
            <a:r>
              <a:t>Student (Student_ID, Name, Roll_No, Dept, Year)</a:t>
            </a:r>
          </a:p>
          <a:p>
            <a:r>
              <a:t>        |</a:t>
            </a:r>
          </a:p>
          <a:p>
            <a:r>
              <a:t>      Has</a:t>
            </a:r>
          </a:p>
          <a:p>
            <a:r>
              <a:t>        |</a:t>
            </a:r>
          </a:p>
          <a:p>
            <a:r>
              <a:t>Academic_Milestone (Milestone_ID, Semester, CGPA, Skills, Certifications)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